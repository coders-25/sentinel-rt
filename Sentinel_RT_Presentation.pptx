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Sentinel-RT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Real-Time Task Scheduler for μT-Kernel 3.0</a:t>
            </a:r>
          </a:p>
          <a:p>
            <a:r>
              <a:t>TRON Programming Contest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Static Priority Scheduling is rigid.</a:t>
            </a:r>
          </a:p>
          <a:p>
            <a:r>
              <a:t>• Modern IoT edge workloads are dynamic and unpredictable.</a:t>
            </a:r>
          </a:p>
          <a:p>
            <a:r>
              <a:t>• Results in missed deadlines and inefficient power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TRON x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Integrates AI directly into the μT-Kernel 3.0 logic.</a:t>
            </a:r>
          </a:p>
          <a:p>
            <a:r>
              <a:t>• A 1D-CNN neural network continuously monitors task states.</a:t>
            </a:r>
          </a:p>
          <a:p>
            <a:r>
              <a:t>• Dynamically re-assigns task priorities on the fly.</a:t>
            </a:r>
          </a:p>
          <a:p>
            <a:r>
              <a:t>• Intelligently shifts the MCU into power-saving modes.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Task Profiler: Gathers CPU load and deadline proximity.</a:t>
            </a:r>
          </a:p>
          <a:p>
            <a:r>
              <a:t>2. Inference Engine: Runs INT8 TFLite model on the STM32N6 Neural-ART NPU.</a:t>
            </a:r>
          </a:p>
          <a:p>
            <a:r>
              <a:t>3. Decision Engine: Applies tk_chg_pri() and HAL power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Hardware: STM32N6570-DK</a:t>
            </a:r>
          </a:p>
          <a:p>
            <a:r>
              <a:t>• Model Size: 22.5 KB (INT8 Quantized)</a:t>
            </a:r>
          </a:p>
          <a:p>
            <a:r>
              <a:t>• Prediction Accuracy: 93.15%</a:t>
            </a:r>
          </a:p>
          <a:p>
            <a:r>
              <a:t>• Execution: External Flash (XIP)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Sentinel-RT unlocks the next generation of intelligent RTOS.</a:t>
            </a:r>
          </a:p>
          <a:p>
            <a:r>
              <a:t>Check the GitHub repository for the full source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